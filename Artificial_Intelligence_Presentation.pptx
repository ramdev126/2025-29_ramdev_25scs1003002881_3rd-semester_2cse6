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ARTIFICIAL INTELLIGENCE</a:t>
            </a:r>
          </a:p>
          <a:p>
            <a:pPr>
              <a:spcBef>
                <a:spcPts val="2000"/>
              </a:spcBef>
              <a:defRPr sz="2400">
                <a:solidFill>
                  <a:srgbClr val="94A3B8"/>
                </a:solidFill>
                <a:latin typeface="Arial"/>
              </a:defRPr>
            </a:pPr>
            <a:r>
              <a:t>Shaping the Future of Technology</a:t>
            </a:r>
          </a:p>
          <a:p>
            <a:pPr>
              <a:spcBef>
                <a:spcPts val="4000"/>
              </a:spcBef>
              <a:defRPr sz="1600">
                <a:solidFill>
                  <a:srgbClr val="CBD5E1"/>
                </a:solidFill>
                <a:latin typeface="Arial"/>
              </a:defRPr>
            </a:pPr>
            <a:r>
              <a:t>Presented by: Ram Dev, Technical Intern</a:t>
            </a:r>
            <a:br/>
            <a:r>
              <a:t>Codec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192F"/>
                </a:solidFill>
                <a:latin typeface="Arial"/>
              </a:defRPr>
            </a:pPr>
            <a:r>
              <a:t>Introduction to Artificial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Definition: The simulation of human intelligence processes by computer systems.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Core Capabilities: Learning (information acquisition), reasoning (using rules to reach conclusions), and self-correction.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The Goal: To build smart systems capable of performing tasks that historically required human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192F"/>
                </a:solidFill>
                <a:latin typeface="Arial"/>
              </a:defRPr>
            </a:pPr>
            <a:r>
              <a:t>The Three Levels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Narrow AI (Weak AI): Designed and trained for a particular task (e.g., virtual assistants, facial recognition). This is the AI we use today.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General AI (Strong AI): A theoretical form of AI where a machine possesses a human-like intellectual capacity across diverse domains.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Super AI: A hypothetical state where machine intelligence surpasses the best human brains in practically every field.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192F"/>
                </a:solidFill>
                <a:latin typeface="Arial"/>
              </a:defRPr>
            </a:pPr>
            <a:r>
              <a:t>Key Pillars of Modern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Machine Learning (ML): Algorithms that allow software applications to become more accurate at predicting outcomes without being explicitly programmed.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Deep Learning (DL): A subset of ML based on artificial neural networks that mimic the structure of the human brain.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Natural Language Processing (NLP): Enables machines to read, understand, and derive meaning from human languages.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192F"/>
                </a:solidFill>
                <a:latin typeface="Arial"/>
              </a:defRPr>
            </a:pPr>
            <a:r>
              <a:t>Real-World Applications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E-Commerce: Personalised product recommendations and intelligent search optimization.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Healthcare: Early disease diagnostics, automated medical imaging analysis, and drug discovery.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Finance: Algorithmic trading, automated fraud detection, and credit scoring systems.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Software Engineering: AI-driven code generation, automated testing, and smart bug tracking.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192F"/>
                </a:solidFill>
                <a:latin typeface="Arial"/>
              </a:defRPr>
            </a:pPr>
            <a:r>
              <a:t>The Rise of Generative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Foundation Models: Giant neural networks trained on massive datasets (e.g., LLMs).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Capabilities: Automating text, generating functional code, creating hyper-realistic images, and synthesis of media.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Impact: Revolutionising operational efficiency across product development and digital operations.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192F"/>
                </a:solidFill>
                <a:latin typeface="Arial"/>
              </a:defRPr>
            </a:pPr>
            <a:r>
              <a:t>Ethical Challenges and the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Data Privacy: Managing massive datasets safely without compromising individual privacy rights.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Algorithmic Bias: Preventing AI from repeating or amplifying human biases found in training data.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Job Evolution: Shifting professional focus from repetitive technical tasks to strategic human-in-the-loop oversight.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1400"/>
              </a:spcBef>
              <a:defRPr sz="2200">
                <a:solidFill>
                  <a:srgbClr val="94A3B8"/>
                </a:solidFill>
              </a:defRPr>
            </a:pPr>
            <a:r>
              <a:t>Questions &amp; Answers</a:t>
            </a:r>
          </a:p>
          <a:p>
            <a:pPr algn="ctr">
              <a:spcBef>
                <a:spcPts val="3000"/>
              </a:spcBef>
              <a:defRPr sz="1600">
                <a:solidFill>
                  <a:srgbClr val="CBD5E1"/>
                </a:solidFill>
              </a:defRPr>
            </a:pPr>
            <a:r>
              <a:t>Ram Dev | Codec Technologies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